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HW5 Q3 — PPT 版型重新設計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MVP 風格：Style A — Minimal 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背景與目標</a:t>
            </a:r>
          </a:p>
          <a:p>
            <a:pPr/>
            <a:r>
              <a:t>方法（MVP）</a:t>
            </a:r>
          </a:p>
          <a:p>
            <a:pPr/>
            <a:r>
              <a:t>結果展示</a:t>
            </a:r>
          </a:p>
          <a:p>
            <a:pPr/>
            <a:r>
              <a:t>結論與下一步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背景與目標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把原簡報套用新視覺風格</a:t>
            </a:r>
          </a:p>
          <a:p>
            <a:pPr/>
            <a:r>
              <a:t>保持內容不變，提升可讀性</a:t>
            </a:r>
          </a:p>
          <a:p>
            <a:pPr/>
            <a:r>
              <a:t>輸出兩種風格供比較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方法（MVP）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python-pptx 自動產生版型</a:t>
            </a:r>
          </a:p>
          <a:p>
            <a:pPr/>
            <a:r>
              <a:t>統一字型大小與層級</a:t>
            </a:r>
          </a:p>
          <a:p>
            <a:pPr/>
            <a:r>
              <a:t>用簡單圖形/色塊營造風格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結果展示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Style A：簡潔科技風</a:t>
            </a:r>
          </a:p>
          <a:p>
            <a:pPr/>
            <a:r>
              <a:t>Style B：學術簡報風</a:t>
            </a:r>
          </a:p>
          <a:p>
            <a:pPr/>
            <a:r>
              <a:t>可擴充：加入圖片、圖表、Icon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結論與下一步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MVP 已可交作業與展示</a:t>
            </a:r>
          </a:p>
          <a:p>
            <a:pPr/>
            <a:r>
              <a:t>後續可把既有 PPT 讀入再重排</a:t>
            </a:r>
          </a:p>
          <a:p>
            <a:pPr/>
            <a:r>
              <a:t>也可串 DALL·E 生封面圖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